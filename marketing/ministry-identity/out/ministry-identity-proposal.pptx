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692079" cy="7560259"/>
  <p:notesSz cx="7560259" cy="10692079"/>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وشكرا على إتاحة الفرصة. أقدم لكم مقترحا للهوية البصرية لوزارة الاقتصاد الرقمي والحوكمة، وقد سميته: بوابة عشتار، بوابة العراق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يتكون العرض من ثلاثة أقسام: الشعار وفكرته وقواعد استعماله، ثم النظام البصري من ألوان وخطوط وعناصر مرافقة، وأخيرا نماذج من التطبيقات والموقع الإلكتروني.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الأول: الشعار، من الفكرة إلى طريقة البناء وقواعد الاستعمال.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بدأت من سؤال بسيط: ما الصورة التي تختصر عمل هذه الوزارة؟ ووجدت الجواب في بابل. فبوابة عشتار كانت مدخل المدينة، وقبل الرسم قرأت عن تاريخ البوابة وعمارتها وزخارفها، حتى يكون كل عنصر في الشعار مأخوذا منها. والوزارة اليوم مدخل المواطن إلى الخدمات الحكومية الرقمية، ومدخل الاقتصاد العراقي إلى العالم الرقمي. فالبوابة تحمل الهوية العراقية، وتعبر في الوقت نفسه عن دور الوزارة.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الشعار خمسة عناصر. البوابة بشكلها العام. والبرجان والجدار في بناء متماثل يوحي بالاستقرار. والمدخل المفتوح، فلا باب يغلقه، إشارة إلى الشفافية. والقوسان الذهبيان، وهما من أقواس البوابة الأصلية، ويقرآن أيضا موجات اتصال. وأخيرا الشرفات المدرجة، ودرجاتها المربعة قريبة من شكل البكسل.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الشعار على شبكة بوحدة قياس واحدة. عرض البرج إحدى عشرة وحدة، والجدار ثلاث وعشرون، والشرفات كلها بالقياس نفسه، والقوسان من مركز واحد بأشرطة متساوية العرض. وهذا ما يجعل الشعار ثابتا في كل الأحجام، ويسهل إعادة رسمه بدقة.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للشعار صيغة أفقية أساسية وصيغة عمودية، ولكل منهما نسخة للخلفيات الفاتحة وأخرى للداكنة. وهناك نسخة بلون واحد للأختام والطباعة، والرمز وحده لأيقونة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حددت حول الشعار مساحة فارغة تساوي نصف ارتفاع الرمز، وحدا أدنى للتصغير: اثنا عشر مليمترا للرمز في الطباعة، وخمسة وأربعون مليمترا للصيغة الأفقية، حتى يبقى الشعار واضحا.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أخطاء تتكرر عادة عند تطبيق الهويات: مط الشعار، أو إمالته، أو تغيير ألوانه، أو وضعه على خلفية لا تباين فيها، أو إضافة الظلال، أو رسمه بخطوط محيطية. والقاعدة أن يستعمل الشعار من الملفات المعتمدة كما هو.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الثاني: النظام البصري، أي الألوان والخطوط والعناصر التي ترافق الشعار.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الهوية مبنية على أربعة ألوان. أزرق بابل، لون الطابوق المزجج في البوابة، وهو اللون الأساسي. وحبر الليل للنصوص والخلفيات الرسمية. وذهب عشتار للإبراز فقط. والطين خلفية دافئة للمطبوعات. وقد أرفقت قيمها للطباعة والشاشة.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للعناوين واسم الوزارة اخترت خط مركزي، وهو خط نسخ حديث رسمي الطابع وواضح على الشاشة. وللنصوص خط IBM Plex Sans Arabic، المريح في الأحجام الصغيرة. والخطوط مجانية ومفتوحة الترخيص، فلا كلفة على الوزارة لاستعمالها.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واشتققت من الشعار نقشين: نقش الأقواس للأغلفة والخلفيات الكبيرة، وشريط الشرفات لحواف المراسلات وفواصل الشاشات. وهما النقشان نفساهما في كل التطبيقات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الثالث: التطبيقات، أي كيف تبدو الهوية في الاستعمال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المراسلات الرسمية يظهر الشعار بصيغته الأفقية في أعلى الورق تحت شريط الشرفات، مع خط ذهبي رفيع في التذييل، ومعه الظرف وبطاقة العمل بوجهيها.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هوية الموظف معلقة بشريط الوزارة، وشاشة البدء في تطبيق الوزارة على 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وللمنصات الرقمية قالب ثابت للمنشورات والقصص، يجعلها معروفة من أول نظرة. والنصوص هنا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وعلى المبنى تثبت لوحة الواجهة على الحجر، بالصيغة الأفقية على لوح أزرق يحده خط ذهبي، ومعها لوحات إرشاد داخلية بالألوان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أما الموقع الإلكتروني فصممته ليكون بوابة فعلية للخدمات: يبدأ بالبحث عن الخدمة، ثم الخدمات الأكثر طلبا، ويعمل بالتصميم نفسه على الحاسوب والهاتف.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وهذا مثال من خدمة تسجيل شركة: صفحة موحدة تبين المستمسكات والخطوات، ثم متابعة واضحة لحالة الطلب في كل مرحلة، وهو جزء من الشفافية التي تعبر عنها الهوية.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أكثر من ألفين وخمسمئة عام كانت بوابة عشتار مدخل بابل إلى العالم، وأقترح أن تكون اليوم رمزا لمدخل العراقيين إلى دولة رقمية. شكرا لحسن استماعكم.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الغلاف: شعار بوابة عشتار واسم الوزارة">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الصفحة 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الصفحة 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الصفحة 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الصفحة 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الصفحة 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الصفحة 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الصفحة 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الصفحة 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الصفحة 1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الصفحة 1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الصفحة 1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الصفحة 1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الصفحة 1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الصفحة 1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الصفحة 1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الصفحة 1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الصفحة 1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الصفحة 1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الصفحة 2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الصفحة 2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مقترح الهوية البصرية: وزارة الاقتصاد الرقمي والحوكمة</dc:title>
  <dc:subject>بوابة عشتار.. بوابة العراق الرقمية</dc:subject>
  <dc:creator>PptxGenJS</dc:creator>
  <cp:lastModifiedBy>PptxGenJS</cp:lastModifiedBy>
  <cp:revision>1</cp:revision>
  <dcterms:created xsi:type="dcterms:W3CDTF">2026-10-21T00:03:48Z</dcterms:created>
  <dcterms:modified xsi:type="dcterms:W3CDTF">2026-10-21T00:03:48Z</dcterms:modified>
</cp:coreProperties>
</file>